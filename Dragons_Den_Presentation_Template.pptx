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D8ED70-BFFB-4D98-9196-9D20B17EDB9D}" v="8" dt="2026-07-31T16:05:57.0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First slide requested to follow the hackathon reference-image style provided by the user.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Criteria text provided by the user in this conversation.
- EXL visual style cues based on internal EXL event and playbook templates.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Criteria text provided by the user in this conversation.
- EXL visual style cues based on internal EXL event and playbook templates.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Criteria text provided by the user in this conversation.
- EXL visual style cues based on internal EXL event and playbook templates.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Criteria text provided by the user in this conversation.
- EXL visual style cues based on internal EXL event and playbook templates.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6601968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©2026 ExlService Holdings, Inc. All rights reserved.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173968" y="6428232"/>
            <a:ext cx="594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</a:t>
            </a:r>
            <a:endParaRPr lang="en-US" sz="15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ad29691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A2B">
              <a:alpha val="87000"/>
            </a:srgbClr>
          </a:solidFill>
          <a:ln w="12700">
            <a:solidFill>
              <a:srgbClr val="001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75488" y="4389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475488" y="1143000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502920" y="2011680"/>
            <a:ext cx="822960" cy="0"/>
          </a:xfrm>
          <a:prstGeom prst="line">
            <a:avLst/>
          </a:prstGeom>
          <a:noFill/>
          <a:ln w="2794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02920" y="2286000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BOLD SOLUTIONS.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2587752"/>
            <a:ext cx="4572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REAL-WORLD IMPACT.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58368" y="3127248"/>
            <a:ext cx="256032" cy="256032"/>
          </a:xfrm>
          <a:prstGeom prst="arc">
            <a:avLst/>
          </a:prstGeom>
          <a:noFill/>
          <a:ln w="1524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02336" y="3456432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INNOVATE</a:t>
            </a:r>
            <a:endParaRPr lang="en-US" sz="760" dirty="0"/>
          </a:p>
        </p:txBody>
      </p:sp>
      <p:sp>
        <p:nvSpPr>
          <p:cNvPr id="12" name="Shape 9"/>
          <p:cNvSpPr/>
          <p:nvPr/>
        </p:nvSpPr>
        <p:spPr>
          <a:xfrm>
            <a:off x="1453896" y="3447288"/>
            <a:ext cx="0" cy="201168"/>
          </a:xfrm>
          <a:prstGeom prst="line">
            <a:avLst/>
          </a:prstGeom>
          <a:noFill/>
          <a:ln w="1397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2029968" y="3127248"/>
            <a:ext cx="256032" cy="256032"/>
          </a:xfrm>
          <a:prstGeom prst="arc">
            <a:avLst/>
          </a:prstGeom>
          <a:noFill/>
          <a:ln w="1524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1773936" y="3456432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</a:t>
            </a:r>
            <a:endParaRPr lang="en-US" sz="760" dirty="0"/>
          </a:p>
        </p:txBody>
      </p:sp>
      <p:sp>
        <p:nvSpPr>
          <p:cNvPr id="15" name="Shape 12"/>
          <p:cNvSpPr/>
          <p:nvPr/>
        </p:nvSpPr>
        <p:spPr>
          <a:xfrm>
            <a:off x="2825496" y="3447288"/>
            <a:ext cx="0" cy="201168"/>
          </a:xfrm>
          <a:prstGeom prst="line">
            <a:avLst/>
          </a:prstGeom>
          <a:noFill/>
          <a:ln w="1397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3328416" y="3127248"/>
            <a:ext cx="256032" cy="256032"/>
          </a:xfrm>
          <a:prstGeom prst="arc">
            <a:avLst/>
          </a:prstGeom>
          <a:noFill/>
          <a:ln w="1524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072384" y="3456432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760" dirty="0"/>
          </a:p>
        </p:txBody>
      </p:sp>
      <p:sp>
        <p:nvSpPr>
          <p:cNvPr id="18" name="Shape 15"/>
          <p:cNvSpPr/>
          <p:nvPr/>
        </p:nvSpPr>
        <p:spPr>
          <a:xfrm>
            <a:off x="4123944" y="3447288"/>
            <a:ext cx="0" cy="201168"/>
          </a:xfrm>
          <a:prstGeom prst="line">
            <a:avLst/>
          </a:prstGeom>
          <a:noFill/>
          <a:ln w="1397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4892040" y="3127248"/>
            <a:ext cx="256032" cy="256032"/>
          </a:xfrm>
          <a:prstGeom prst="arc">
            <a:avLst/>
          </a:prstGeom>
          <a:noFill/>
          <a:ln w="1524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636008" y="3456432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760" dirty="0"/>
          </a:p>
        </p:txBody>
      </p:sp>
      <p:sp>
        <p:nvSpPr>
          <p:cNvPr id="21" name="Text 18"/>
          <p:cNvSpPr/>
          <p:nvPr/>
        </p:nvSpPr>
        <p:spPr>
          <a:xfrm>
            <a:off x="566928" y="397764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name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1920240" y="4078224"/>
            <a:ext cx="3401568" cy="0"/>
          </a:xfrm>
          <a:prstGeom prst="line">
            <a:avLst/>
          </a:prstGeom>
          <a:noFill/>
          <a:ln w="1143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1975104" y="3941064"/>
            <a:ext cx="3246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i="1" dirty="0">
                <a:solidFill>
                  <a:srgbClr val="D9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hackathon name]</a:t>
            </a:r>
            <a:endParaRPr lang="en-US" sz="880" dirty="0"/>
          </a:p>
        </p:txBody>
      </p:sp>
      <p:sp>
        <p:nvSpPr>
          <p:cNvPr id="24" name="Text 21"/>
          <p:cNvSpPr/>
          <p:nvPr/>
        </p:nvSpPr>
        <p:spPr>
          <a:xfrm>
            <a:off x="566928" y="4498848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name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1920240" y="4599432"/>
            <a:ext cx="3401568" cy="0"/>
          </a:xfrm>
          <a:prstGeom prst="line">
            <a:avLst/>
          </a:prstGeom>
          <a:noFill/>
          <a:ln w="1143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1975104" y="4462272"/>
            <a:ext cx="3246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i="1" dirty="0">
                <a:solidFill>
                  <a:srgbClr val="D9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solution name]</a:t>
            </a:r>
            <a:endParaRPr lang="en-US" sz="880" dirty="0"/>
          </a:p>
        </p:txBody>
      </p:sp>
      <p:sp>
        <p:nvSpPr>
          <p:cNvPr id="27" name="Text 24"/>
          <p:cNvSpPr/>
          <p:nvPr/>
        </p:nvSpPr>
        <p:spPr>
          <a:xfrm>
            <a:off x="566928" y="5047488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1481328" y="5138928"/>
            <a:ext cx="2331720" cy="0"/>
          </a:xfrm>
          <a:prstGeom prst="line">
            <a:avLst/>
          </a:prstGeom>
          <a:noFill/>
          <a:ln w="1016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1527048" y="5010912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i="1" dirty="0">
                <a:solidFill>
                  <a:srgbClr val="D9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team name]</a:t>
            </a:r>
            <a:endParaRPr lang="en-US" sz="760" dirty="0"/>
          </a:p>
        </p:txBody>
      </p:sp>
      <p:sp>
        <p:nvSpPr>
          <p:cNvPr id="30" name="Text 27"/>
          <p:cNvSpPr/>
          <p:nvPr/>
        </p:nvSpPr>
        <p:spPr>
          <a:xfrm>
            <a:off x="566928" y="5532120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1691640" y="5623560"/>
            <a:ext cx="3520440" cy="0"/>
          </a:xfrm>
          <a:prstGeom prst="line">
            <a:avLst/>
          </a:prstGeom>
          <a:noFill/>
          <a:ln w="1016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1691640" y="5907024"/>
            <a:ext cx="3520440" cy="0"/>
          </a:xfrm>
          <a:prstGeom prst="line">
            <a:avLst/>
          </a:prstGeom>
          <a:noFill/>
          <a:ln w="1016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1691640" y="6190488"/>
            <a:ext cx="3520440" cy="0"/>
          </a:xfrm>
          <a:prstGeom prst="line">
            <a:avLst/>
          </a:prstGeom>
          <a:noFill/>
          <a:ln w="1016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1737360" y="5495544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i="1" dirty="0">
                <a:solidFill>
                  <a:srgbClr val="D9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participant names and roles]</a:t>
            </a:r>
            <a:endParaRPr lang="en-US" sz="760" dirty="0"/>
          </a:p>
        </p:txBody>
      </p:sp>
      <p:sp>
        <p:nvSpPr>
          <p:cNvPr id="35" name="Text 32"/>
          <p:cNvSpPr/>
          <p:nvPr/>
        </p:nvSpPr>
        <p:spPr>
          <a:xfrm>
            <a:off x="7973568" y="55229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Idea. Build. Scale.</a:t>
            </a:r>
            <a:endParaRPr lang="en-US" sz="1700" dirty="0"/>
          </a:p>
        </p:txBody>
      </p:sp>
      <p:sp>
        <p:nvSpPr>
          <p:cNvPr id="36" name="Text 33"/>
          <p:cNvSpPr/>
          <p:nvPr/>
        </p:nvSpPr>
        <p:spPr>
          <a:xfrm>
            <a:off x="8549640" y="58795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TOMORROW,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8942832" y="612648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078992" y="429768"/>
            <a:ext cx="0" cy="320040"/>
          </a:xfrm>
          <a:prstGeom prst="line">
            <a:avLst/>
          </a:prstGeom>
          <a:noFill/>
          <a:ln w="1524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207008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Customer Focus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07008" y="64922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8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define the business problem and show a deep understanding of the customer's journey and pain points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11064240" cy="0"/>
          </a:xfrm>
          <a:prstGeom prst="line">
            <a:avLst/>
          </a:prstGeom>
          <a:noFill/>
          <a:ln w="508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94360" y="1298448"/>
            <a:ext cx="91440" cy="4846320"/>
          </a:xfrm>
          <a:prstGeom prst="rect">
            <a:avLst/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078992" y="429768"/>
            <a:ext cx="0" cy="320040"/>
          </a:xfrm>
          <a:prstGeom prst="line">
            <a:avLst/>
          </a:prstGeom>
          <a:noFill/>
          <a:ln w="1524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207008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Solution &amp; Innovation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07008" y="64922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8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practical and scalable framework with a clear step-by-step methodology for solving the challenge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11064240" cy="0"/>
          </a:xfrm>
          <a:prstGeom prst="line">
            <a:avLst/>
          </a:prstGeom>
          <a:noFill/>
          <a:ln w="508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94360" y="1298448"/>
            <a:ext cx="91440" cy="4846320"/>
          </a:xfrm>
          <a:prstGeom prst="rect">
            <a:avLst/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078992" y="429768"/>
            <a:ext cx="0" cy="320040"/>
          </a:xfrm>
          <a:prstGeom prst="line">
            <a:avLst/>
          </a:prstGeom>
          <a:noFill/>
          <a:ln w="1524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207008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Out From Competitors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07008" y="64922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8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Articulate exactly what makes your solution unique and how it delivers better value than existing market options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11064240" cy="0"/>
          </a:xfrm>
          <a:prstGeom prst="line">
            <a:avLst/>
          </a:prstGeom>
          <a:noFill/>
          <a:ln w="508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94360" y="1298448"/>
            <a:ext cx="91440" cy="4846320"/>
          </a:xfrm>
          <a:prstGeom prst="rect">
            <a:avLst/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5D940B18-426E-4527-8063-19DA82FCC888}"/>
              </a:ext>
            </a:extLst>
          </p:cNvPr>
          <p:cNvSpPr/>
          <p:nvPr/>
        </p:nvSpPr>
        <p:spPr>
          <a:xfrm>
            <a:off x="7708392" y="1037844"/>
            <a:ext cx="10881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lens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078992" y="429768"/>
            <a:ext cx="0" cy="320040"/>
          </a:xfrm>
          <a:prstGeom prst="line">
            <a:avLst/>
          </a:prstGeom>
          <a:noFill/>
          <a:ln w="1524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207008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Business Growth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07008" y="64922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8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target buyer segments and prove the solution's potential for high scalability and market commercialization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11064240" cy="0"/>
          </a:xfrm>
          <a:prstGeom prst="line">
            <a:avLst/>
          </a:prstGeom>
          <a:noFill/>
          <a:ln w="508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94360" y="1298448"/>
            <a:ext cx="91440" cy="4846320"/>
          </a:xfrm>
          <a:prstGeom prst="rect">
            <a:avLst/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22">
            <a:extLst>
              <a:ext uri="{FF2B5EF4-FFF2-40B4-BE49-F238E27FC236}">
                <a16:creationId xmlns:a16="http://schemas.microsoft.com/office/drawing/2014/main" id="{9F9CF1C7-31B5-696E-43EB-CBFCCA293B5E}"/>
              </a:ext>
            </a:extLst>
          </p:cNvPr>
          <p:cNvSpPr/>
          <p:nvPr/>
        </p:nvSpPr>
        <p:spPr>
          <a:xfrm>
            <a:off x="7708392" y="1056132"/>
            <a:ext cx="9052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map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303</Words>
  <Application>Microsoft Office PowerPoint</Application>
  <PresentationFormat>Widescreen</PresentationFormat>
  <Paragraphs>43</Paragraphs>
  <Slides>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EXL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EXL Hackathon Participant Template</dc:title>
  <dc:subject>PptxGenJS Presentation</dc:subject>
  <dc:creator>Neha Kumari</dc:creator>
  <cp:lastModifiedBy>Abhinav Kadyan</cp:lastModifiedBy>
  <cp:revision>3</cp:revision>
  <dcterms:created xsi:type="dcterms:W3CDTF">2026-07-31T09:30:19Z</dcterms:created>
  <dcterms:modified xsi:type="dcterms:W3CDTF">2026-08-03T11:05:11Z</dcterms:modified>
</cp:coreProperties>
</file>